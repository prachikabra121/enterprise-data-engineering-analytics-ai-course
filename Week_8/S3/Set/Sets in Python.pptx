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72" r:id="rId6"/>
    <p:sldId id="273" r:id="rId7"/>
    <p:sldId id="274" r:id="rId8"/>
    <p:sldId id="277" r:id="rId9"/>
    <p:sldId id="275" r:id="rId10"/>
    <p:sldId id="279" r:id="rId11"/>
    <p:sldId id="283" r:id="rId12"/>
    <p:sldId id="284" r:id="rId13"/>
    <p:sldId id="285" r:id="rId14"/>
    <p:sldId id="259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9/9/2024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Sets in Python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Understanding Python Collections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BFD7-B07B-CFEA-D46B-E773FBBA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Set?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9DD47-D9D3-614D-C8E7-17A13F719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is an unordered collection of unique elements in Python.</a:t>
            </a:r>
          </a:p>
          <a:p>
            <a:r>
              <a:rPr lang="en-US" dirty="0"/>
              <a:t>Sets do not allow duplicates and are mutable.</a:t>
            </a:r>
          </a:p>
          <a:p>
            <a:r>
              <a:rPr lang="en-IN" dirty="0"/>
              <a:t>Syntax</a:t>
            </a:r>
            <a:r>
              <a:rPr lang="en-US" dirty="0"/>
              <a:t> 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9C9FD-CB70-F075-D63C-95DDF0C69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3769088"/>
            <a:ext cx="5616624" cy="8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5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603C-21D3-EB00-64F1-F17B7BF7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7E12-0060-A66B-E6F4-0AC5BD4B7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Unordered</a:t>
            </a:r>
            <a:r>
              <a:rPr lang="en-US" dirty="0"/>
              <a:t>: No indexing or order to elements in a set.</a:t>
            </a:r>
          </a:p>
          <a:p>
            <a:r>
              <a:rPr lang="en-US" b="1" dirty="0"/>
              <a:t>Unique Elements</a:t>
            </a:r>
            <a:r>
              <a:rPr lang="en-US" dirty="0"/>
              <a:t>: No duplicates allowed in sets.</a:t>
            </a:r>
          </a:p>
          <a:p>
            <a:r>
              <a:rPr lang="en-US" b="1" dirty="0"/>
              <a:t>Mutable</a:t>
            </a:r>
            <a:r>
              <a:rPr lang="en-US" dirty="0"/>
              <a:t>: Elements can be added or removed, but the set itself is unordered and unique.</a:t>
            </a:r>
          </a:p>
          <a:p>
            <a:r>
              <a:rPr lang="en-US" b="1" dirty="0"/>
              <a:t>Heterogeneous</a:t>
            </a:r>
            <a:r>
              <a:rPr lang="en-US" dirty="0"/>
              <a:t>: Can contain different data types.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938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7DD6-BB47-58C7-34FA-2A0C278F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Sets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1DCB13D-DCB1-A348-5811-FE51C0261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900" y="1916832"/>
            <a:ext cx="5328592" cy="864096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01EF6F-119B-0680-3DBE-D3F9274082D0}"/>
              </a:ext>
            </a:extLst>
          </p:cNvPr>
          <p:cNvSpPr txBox="1"/>
          <p:nvPr/>
        </p:nvSpPr>
        <p:spPr>
          <a:xfrm>
            <a:off x="1485900" y="3068960"/>
            <a:ext cx="54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: Duplicates are automatically removed.</a:t>
            </a:r>
            <a:endParaRPr lang="en-IN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0B7D02-25CB-6AE2-F76F-78412E756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08" y="3861048"/>
            <a:ext cx="532859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3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7622-49F9-D0E5-B40E-63E59E8A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 Set Elements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DD058-DA60-3F5D-67CD-832A68B2A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sets are unordered, they don’t support indexing or slicing.</a:t>
            </a:r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D2316D-4924-8857-E9CE-F55A6909E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16" y="2691353"/>
            <a:ext cx="4968552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14E0-36EC-2273-6727-E561D2C9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in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C08DD-E221-AD4F-DCC6-EFBED502F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Elements from a Set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5271D-26A9-1721-9CF6-28F1D706CD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remove()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discard()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C5748-DB64-5A84-C88A-EA448FD11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Adding Elements to a Set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505B4-83BF-B06A-144B-7759C2DDA5F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46C256-0D77-92C0-4CE7-60708A68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659" y="3529022"/>
            <a:ext cx="3960440" cy="16561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086EA0-3038-D335-5A10-30B90E77F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867" y="3861048"/>
            <a:ext cx="4618120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1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3A2D-B2E7-504F-51FA-DCEF4194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13CB-8F88-B09F-42D9-540BCC573E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Union</a:t>
            </a:r>
            <a:r>
              <a:rPr lang="en-US" dirty="0"/>
              <a:t>: Combines elements from two sets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Intersection</a:t>
            </a:r>
            <a:r>
              <a:rPr lang="en-US" dirty="0"/>
              <a:t>: Returns only common elements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2241B-CBFC-D7CC-635E-5393A9676E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Difference</a:t>
            </a:r>
            <a:r>
              <a:rPr lang="en-US" dirty="0"/>
              <a:t>: Elements in one set but not in the other</a:t>
            </a:r>
          </a:p>
          <a:p>
            <a:endParaRPr lang="en-IN" dirty="0"/>
          </a:p>
          <a:p>
            <a:r>
              <a:rPr lang="en-US" b="1" dirty="0"/>
              <a:t>Symmetric Difference</a:t>
            </a:r>
            <a:r>
              <a:rPr lang="en-US" dirty="0"/>
              <a:t>: Elements in either set, but not both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7A6F6F-39EE-7A05-891F-2B5C736F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08" y="2852936"/>
            <a:ext cx="4104456" cy="823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76278B-F9CE-A7B6-2B57-31FA5F18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4994896"/>
            <a:ext cx="2857748" cy="3124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BB5CC7-5AC4-1A4F-3335-C8BB92DA3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516" y="2817439"/>
            <a:ext cx="3147333" cy="3276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F6C5D6-4EDC-5AEE-5EAA-4D23118DE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240" y="4777172"/>
            <a:ext cx="3711262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7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F17A-70CD-686F-350B-1EA1BC14F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7FD41-B88F-A8C4-7C00-F89ACD5389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Adds a single element to the set. </a:t>
            </a:r>
          </a:p>
          <a:p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IN" dirty="0"/>
          </a:p>
          <a:p>
            <a:r>
              <a:rPr lang="en-US" altLang="en-US" b="1" dirty="0">
                <a:latin typeface="Arial Unicode MS"/>
              </a:rPr>
              <a:t>update(): </a:t>
            </a:r>
            <a:r>
              <a:rPr lang="en-US" altLang="en-US" dirty="0"/>
              <a:t>Adds multiple elements to the set.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C9495-FACA-3751-2BBD-A684695E86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b="1" dirty="0">
                <a:latin typeface="Arial Unicode MS"/>
              </a:rPr>
              <a:t>remove(): </a:t>
            </a:r>
            <a:r>
              <a:rPr lang="en-US" altLang="en-US" dirty="0"/>
              <a:t>Removes an element, raises an error if it doesn't exist.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EBF0F-051C-6BE0-573F-07274A403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411" y="2708920"/>
            <a:ext cx="3177815" cy="8535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E23C76-262A-1585-BC60-A42443892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281" y="4869160"/>
            <a:ext cx="4381880" cy="11347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4F5CA9-D77D-6B4D-9F95-12CAD469B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60" y="2996952"/>
            <a:ext cx="4267570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8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4369-75FF-2384-8F19-FA7364C40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03043-2289-8CBA-E898-A5B2218F28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Arial Unicode MS"/>
              </a:rPr>
              <a:t>discard(): </a:t>
            </a:r>
            <a:r>
              <a:rPr lang="en-US" altLang="en-US" dirty="0">
                <a:latin typeface="Arial Unicode MS"/>
              </a:rPr>
              <a:t>Removes an element, does not raise an error if it doesn't exist.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dirty="0">
              <a:latin typeface="Arial Unicode M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dirty="0">
              <a:latin typeface="Arial Unicode M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dirty="0">
              <a:latin typeface="Arial Unicode M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dirty="0">
              <a:latin typeface="Arial Unicode MS"/>
            </a:endParaRPr>
          </a:p>
          <a:p>
            <a:pPr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pop()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US" altLang="en-US" dirty="0">
                <a:latin typeface="Arial Unicode MS"/>
              </a:rPr>
              <a:t>Removes and returns an arbitrary element from the set. Since sets are unordered, you don’t know which element will be popped.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dirty="0">
              <a:latin typeface="Arial Unicode M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AA486-96C4-FF76-4C6F-79EB7955DF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b="1" dirty="0">
              <a:latin typeface="Arial Unicode M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Arial Unicode MS"/>
              </a:rPr>
              <a:t>clear(): </a:t>
            </a:r>
            <a:r>
              <a:rPr lang="en-US" altLang="en-US" dirty="0">
                <a:latin typeface="Arial Unicode MS"/>
              </a:rPr>
              <a:t>Removes all elements from the set.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5B4107-1D1C-F782-1E6A-D9DEEC96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86" y="2780928"/>
            <a:ext cx="4251069" cy="105329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4B3486C-034F-3F4B-362D-5D53A754F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F518E4-8E3B-DA61-B29B-6CBDE725E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08" y="3144159"/>
            <a:ext cx="2766300" cy="929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000564-C79F-93E3-8286-5CDFBF4B1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707" y="4484791"/>
            <a:ext cx="4549534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1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CBE0-37CC-114F-5093-A7E5936F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Sets?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8C81A-F7AA-B629-35A1-275928623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membership testing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 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operations).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removes duplicates.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mathematical set operations like union and intersection.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07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 LEARNING!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28</TotalTime>
  <Words>291</Words>
  <Application>Microsoft Office PowerPoint</Application>
  <PresentationFormat>Custom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Calibri</vt:lpstr>
      <vt:lpstr>Wingdings</vt:lpstr>
      <vt:lpstr>Tech 16x9</vt:lpstr>
      <vt:lpstr>Sets in Python</vt:lpstr>
      <vt:lpstr>What is a Set?</vt:lpstr>
      <vt:lpstr>Characteristics of Sets</vt:lpstr>
      <vt:lpstr>Creating Sets</vt:lpstr>
      <vt:lpstr>Accessing Set Elements </vt:lpstr>
      <vt:lpstr>Methods in Python</vt:lpstr>
      <vt:lpstr>Set Operations</vt:lpstr>
      <vt:lpstr>Set Methods</vt:lpstr>
      <vt:lpstr>Set Methods</vt:lpstr>
      <vt:lpstr>Why Use Sets?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1</cp:revision>
  <dcterms:created xsi:type="dcterms:W3CDTF">2024-09-09T10:41:34Z</dcterms:created>
  <dcterms:modified xsi:type="dcterms:W3CDTF">2024-09-09T11:10:10Z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