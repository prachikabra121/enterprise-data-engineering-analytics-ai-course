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59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9/9/2024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Tuples in Python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 to Python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9502-EB06-7E6F-5A0D-34570280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Tuple?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4BAEB-DDF9-EA19-5C51-CD01F112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A tuple is a collection of ordered and immutable elements in Python.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Tuples are similar to lists, but they cannot be changed (immutable).</a:t>
            </a:r>
            <a:br>
              <a:rPr lang="en-US" dirty="0"/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22259-CEB2-0391-7CB2-604D5DF9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044" y="3573016"/>
            <a:ext cx="5256584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5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E8E4-DF2B-C3C1-3277-18C4957A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9882-44C6-C337-4189-1A44120B6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Ordered</a:t>
            </a:r>
            <a:r>
              <a:rPr lang="en-US" dirty="0"/>
              <a:t>: Tuples maintain the order of elements.</a:t>
            </a:r>
          </a:p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Immutable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Once defined, tuple elements cannot be changed.</a:t>
            </a:r>
          </a:p>
          <a:p>
            <a:r>
              <a:rPr lang="en-IN" b="1" dirty="0"/>
              <a:t>Allows Duplicates</a:t>
            </a:r>
            <a:r>
              <a:rPr lang="en-IN" dirty="0"/>
              <a:t>: Tuples can contain duplicate elements.</a:t>
            </a:r>
            <a:endParaRPr lang="en-US" dirty="0"/>
          </a:p>
          <a:p>
            <a:r>
              <a:rPr lang="en-US" b="1" dirty="0"/>
              <a:t>Mixed Data Types</a:t>
            </a:r>
            <a:r>
              <a:rPr lang="en-US" dirty="0"/>
              <a:t>: Tuples can hold different types of data in a single collection.</a:t>
            </a:r>
          </a:p>
          <a:p>
            <a:r>
              <a:rPr lang="en-US" b="1" dirty="0"/>
              <a:t>Indexing and Slicing</a:t>
            </a:r>
            <a:r>
              <a:rPr lang="en-US" dirty="0"/>
              <a:t>: You can access tuple elements using indices and slices.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6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0601-1CB7-D042-11F8-EA794C17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D46F-9650-41FE-769F-E3CEE38A9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Example: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Tuple Indexing and Slicing :</a:t>
            </a:r>
          </a:p>
          <a:p>
            <a:pPr marL="0" indent="0">
              <a:buNone/>
            </a:pPr>
            <a:r>
              <a:rPr lang="en-US" dirty="0"/>
              <a:t>Indexing starts at 0, and slicing can retrieve a range of elements.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015D8-0447-E65F-43B6-F9CBC22BC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81" y="1710316"/>
            <a:ext cx="3168352" cy="1646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32209-7C6E-2C3C-EDD9-8FBB2B75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492" y="3573016"/>
            <a:ext cx="3787468" cy="103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CA6E-734E-43E2-900D-5B96910D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AF7FF-19DD-770A-ACFB-BEAEA0D3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can be nested, meaning one tuple can be an element of another tuple.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76BBB-C650-E9D7-5D4E-ECC394F97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60" y="2874827"/>
            <a:ext cx="5528039" cy="110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5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99D1-441D-35AF-A97A-C76B3CF2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Immutability of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06FEC-A0D0-D6D1-52CC-C2330DBB3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cannot be modified once created. Any attempt to change an element will result in an error.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92296-1511-9D48-6CA4-C48647AE1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2996952"/>
            <a:ext cx="3566469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7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C7FB-0136-C33D-79E7-1A86CB0F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Tuple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1DA7E-FCE5-A6DC-C339-F1A7418BB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Tuple Concatenation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Tuple Multiplication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345D4-250D-1DEE-2284-3C3FBD51A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64" y="2276872"/>
            <a:ext cx="5472608" cy="1044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1E06AA-497B-7EA5-1AE9-85827E46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872" y="4186176"/>
            <a:ext cx="5288699" cy="118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2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8259-A4E3-4DD3-465C-6EB6522F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Tuple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86803-E9D1-23E7-3CE1-1064D658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the number of times an element appears in a tuple. </a:t>
            </a:r>
          </a:p>
          <a:p>
            <a:r>
              <a:rPr lang="en-US" altLang="en-US" dirty="0">
                <a:latin typeface="Arial Unicode MS"/>
              </a:rPr>
              <a:t>index(): Returns the index of the first occurrence of an element. </a:t>
            </a:r>
          </a:p>
          <a:p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CD4B72-8BCD-BE25-1A72-FF6B21C1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956" y="3789040"/>
            <a:ext cx="5112568" cy="146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0CF7-7714-0B8C-3D19-920996B6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Tuples?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CD9F-C614-8BCF-F3E7-F2B8F6E3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are more memory-efficient than lists.</a:t>
            </a:r>
          </a:p>
          <a:p>
            <a:r>
              <a:rPr lang="en-US" dirty="0"/>
              <a:t>Useful for fixed data that shouldn't change during program execution.</a:t>
            </a:r>
          </a:p>
          <a:p>
            <a:r>
              <a:rPr lang="en-US" dirty="0"/>
              <a:t>Tuples can be used as dictionary keys (while lists cannot).</a:t>
            </a:r>
          </a:p>
          <a:p>
            <a:r>
              <a:rPr lang="en-US" dirty="0"/>
              <a:t>Protects data from accidental modification.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03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16</TotalTime>
  <Words>247</Words>
  <Application>Microsoft Office PowerPoint</Application>
  <PresentationFormat>Custom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Unicode MS</vt:lpstr>
      <vt:lpstr>Calibri</vt:lpstr>
      <vt:lpstr>Tech 16x9</vt:lpstr>
      <vt:lpstr>Tuples in Python</vt:lpstr>
      <vt:lpstr>What is a Tuple?</vt:lpstr>
      <vt:lpstr>Characteristics of Tuples</vt:lpstr>
      <vt:lpstr>Creating Tuples</vt:lpstr>
      <vt:lpstr>Nested Tuples</vt:lpstr>
      <vt:lpstr>Immutability of Tuples</vt:lpstr>
      <vt:lpstr>Tuple Operations</vt:lpstr>
      <vt:lpstr>Tuple Methods</vt:lpstr>
      <vt:lpstr>Why Use Tuples?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1</cp:revision>
  <dcterms:created xsi:type="dcterms:W3CDTF">2024-09-09T10:24:14Z</dcterms:created>
  <dcterms:modified xsi:type="dcterms:W3CDTF">2024-09-09T10:40:36Z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