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92" r:id="rId5"/>
    <p:sldId id="293" r:id="rId6"/>
    <p:sldId id="291" r:id="rId7"/>
    <p:sldId id="294" r:id="rId8"/>
    <p:sldId id="257" r:id="rId9"/>
    <p:sldId id="272" r:id="rId10"/>
    <p:sldId id="273" r:id="rId11"/>
    <p:sldId id="274" r:id="rId12"/>
    <p:sldId id="275" r:id="rId13"/>
    <p:sldId id="277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59" r:id="rId2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9/7/2024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9/7/2024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00F-65E5-42E4-24EE-7364C164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CE-C77A-9159-14B2-9D575A0C5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Common data structure in python</a:t>
            </a:r>
          </a:p>
        </p:txBody>
      </p:sp>
    </p:spTree>
    <p:extLst>
      <p:ext uri="{BB962C8B-B14F-4D97-AF65-F5344CB8AC3E}">
        <p14:creationId xmlns:p14="http://schemas.microsoft.com/office/powerpoint/2010/main" val="388040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2DD0-C9DC-3943-E4A5-F520EDA8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Data Structures?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7721-6FAC-0E5A-96A7-6F4AA8F58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structures are ways of organizing and storing data so that it can be accessed and worked with efficiently.</a:t>
            </a:r>
          </a:p>
          <a:p>
            <a:r>
              <a:rPr lang="en-US" dirty="0"/>
              <a:t>They are essential for managing large amounts of data and allow for effective data retrieval and manipulation.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6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8A75-1E95-DA29-9598-6C9599F4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Data Structures Important?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1B3D-29D8-96C8-229C-61DA777FC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Efficient Data Management</a:t>
            </a:r>
            <a:r>
              <a:rPr lang="en-US" dirty="0"/>
              <a:t>: They allow for faster data processing and retrieval.</a:t>
            </a:r>
          </a:p>
          <a:p>
            <a:r>
              <a:rPr lang="en-US" b="1" dirty="0"/>
              <a:t>Optimized Performance</a:t>
            </a:r>
            <a:r>
              <a:rPr lang="en-US" dirty="0"/>
              <a:t>: Well-chosen data structures reduce the time complexity of algorithms.</a:t>
            </a:r>
          </a:p>
          <a:p>
            <a:r>
              <a:rPr lang="en-US" b="1" dirty="0"/>
              <a:t>Data Organization</a:t>
            </a:r>
            <a:r>
              <a:rPr lang="en-US" dirty="0"/>
              <a:t>: Help maintain order, especially when handling large datasets.</a:t>
            </a:r>
          </a:p>
          <a:p>
            <a:r>
              <a:rPr lang="en-US" b="1" dirty="0"/>
              <a:t>Memory Utilization</a:t>
            </a:r>
            <a:r>
              <a:rPr lang="en-US" dirty="0"/>
              <a:t>: Good data structures minimize memory wastage.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68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11E1-F593-9F7F-A38F-8BB89144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Python's Built-in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2AD5-5B0B-5A13-70C8-F2ADB03CB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Lists</a:t>
            </a:r>
            <a:r>
              <a:rPr lang="en-IN" dirty="0"/>
              <a:t>: Ordered, mutable collection.</a:t>
            </a:r>
          </a:p>
          <a:p>
            <a:r>
              <a:rPr lang="en-IN" b="1" dirty="0"/>
              <a:t>Tuples</a:t>
            </a:r>
            <a:r>
              <a:rPr lang="en-IN" dirty="0"/>
              <a:t>: Ordered, immutable collection.</a:t>
            </a:r>
          </a:p>
          <a:p>
            <a:r>
              <a:rPr lang="en-IN" b="1" dirty="0"/>
              <a:t>Sets</a:t>
            </a:r>
            <a:r>
              <a:rPr lang="en-IN" dirty="0"/>
              <a:t>: Unordered, mutable collection of unique elements.</a:t>
            </a:r>
          </a:p>
          <a:p>
            <a:r>
              <a:rPr lang="en-US" b="1" dirty="0"/>
              <a:t>Dictionaries</a:t>
            </a:r>
            <a:r>
              <a:rPr lang="en-US" dirty="0"/>
              <a:t>: Unordered, mutable collection of key-value pairs.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3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Lists in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Python's Most Versatile Data Type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FBCA-FA94-629B-4286-834F27274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List in Python?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C7A2-73FA-48EF-0033-725C4689AE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list is a collection of items in a particular order. </a:t>
            </a:r>
          </a:p>
          <a:p>
            <a:r>
              <a:rPr lang="en-US" dirty="0"/>
              <a:t>Lists can hold items of different data types.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my_list</a:t>
            </a:r>
            <a:r>
              <a:rPr lang="en-US" altLang="en-US" dirty="0"/>
              <a:t> = [item1, item2, item3, ...]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0661B-7DA8-B437-A5AD-FDFB67C9CC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Lists are ordered, changeable (Mutable), and allow duplicate elements.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 are defined using square brackets[ ]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2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FEFB-7201-16F5-817D-DA1A28E3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AA34-02A4-534A-1AF5-8345C25FA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Lists can contain items of any data type.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F424D-E9D1-E58D-7263-8E0E31ABD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08" y="3056556"/>
            <a:ext cx="4320480" cy="138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2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AC48-1282-2B54-FBA7-70F70D49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 List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7EBC-1F34-3CF2-AEDE-1130B7DE6D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Access elements using their index.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46A0B-B98C-3AC3-8038-4B53497841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Indexing starts at 0.</a:t>
            </a:r>
          </a:p>
          <a:p>
            <a:r>
              <a:rPr lang="en-US" dirty="0"/>
              <a:t>Negative indexing allows you to access elements from the end.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996AEF-7768-5AC8-7A78-FAA7F783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3040346"/>
            <a:ext cx="4032448" cy="14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9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2E7A-B71E-0B37-4F98-DF65D75AD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Elements to a List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B073A-8CAD-9821-7CDE-809D10D05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append()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BED12-0AFC-91FB-6082-2E354700E2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Adds an element to the end of the list.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list_name.append</a:t>
            </a:r>
            <a:r>
              <a:rPr lang="en-US" altLang="en-US" dirty="0"/>
              <a:t>(item)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93E30-E4C8-EE90-D9AA-40FD74BCE1C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 dirty="0"/>
              <a:t>The append() method is used when you want to add a new item to the end of an existing list. </a:t>
            </a:r>
          </a:p>
          <a:p>
            <a:r>
              <a:rPr lang="en-US" dirty="0"/>
              <a:t>The list is modified in place, meaning the original list is updated.</a:t>
            </a:r>
            <a:endParaRPr lang="en-US" altLang="en-US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4D269-A28F-6EAE-7410-9F5C3AE41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052" y="4797152"/>
            <a:ext cx="5075360" cy="137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2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6471-620E-8FAC-F3FF-8D0680DD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Elements to a List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2D88-9804-D225-F0C6-9F1302D69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insert()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724C3-1850-A2FA-91D6-E63FC27FE1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Inserts an element at a specified index in the list.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list_name.insert</a:t>
            </a:r>
            <a:r>
              <a:rPr lang="en-US" altLang="en-US" dirty="0"/>
              <a:t>(index, item) 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32A05-1DBC-774A-4B4F-1F4E38AA7BE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en-US" dirty="0"/>
              <a:t>The insert() method allows you to place an element at any position in the list. </a:t>
            </a:r>
          </a:p>
          <a:p>
            <a:r>
              <a:rPr lang="en-US" dirty="0"/>
              <a:t>The index is where the new item will be added, and the items after the specified index are shifted one position to the right.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DC1F01-BC0A-3026-AFFC-0429667F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65" y="4941168"/>
            <a:ext cx="5075360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5E35-0DE7-48D9-337D-074CACC46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Removing Items from a List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8A8B-4816-2038-670C-96B248F4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Removing by Value:</a:t>
            </a:r>
            <a:endParaRPr lang="en-IN" dirty="0"/>
          </a:p>
          <a:p>
            <a:r>
              <a:rPr lang="en-IN" dirty="0"/>
              <a:t>remove(): </a:t>
            </a:r>
            <a:r>
              <a:rPr lang="en-US" dirty="0"/>
              <a:t>Removes the first occurrence of a specified value from the list.</a:t>
            </a:r>
          </a:p>
          <a:p>
            <a:r>
              <a:rPr lang="en-US" altLang="en-US" dirty="0"/>
              <a:t>The remove() method finds the first instance of the specified value and removes it. </a:t>
            </a:r>
          </a:p>
          <a:p>
            <a:r>
              <a:rPr lang="en-US" altLang="en-US" dirty="0"/>
              <a:t>If the value is not found, a </a:t>
            </a:r>
            <a:r>
              <a:rPr lang="en-US" altLang="en-US" dirty="0" err="1"/>
              <a:t>ValueError</a:t>
            </a:r>
            <a:r>
              <a:rPr lang="en-US" altLang="en-US" dirty="0"/>
              <a:t> is raised.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4CAAB-5137-A3AA-1AA2-9B41E7056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56" y="4927106"/>
            <a:ext cx="7272808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6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E0ED-5CAA-5929-00C4-2FCA8D26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Items from a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E036-636A-614D-925D-5CE68CB83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Removing by Index :</a:t>
            </a:r>
          </a:p>
          <a:p>
            <a:r>
              <a:rPr lang="en-US" dirty="0"/>
              <a:t>Removes and returns the element at a specified index (or the last element if no index is provided).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0FB6DD-58F4-596C-7A62-B8D33BA6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012" y="3861048"/>
            <a:ext cx="6120680" cy="15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2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3CB9-E4FB-73FA-BFA6-D266D469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Removing Items from a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DBF6A-B5C3-E696-EF05-A2106814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del Keyword :</a:t>
            </a:r>
          </a:p>
          <a:p>
            <a:r>
              <a:rPr lang="en-US" dirty="0"/>
              <a:t>Deletes an element at a specified index or deletes the entire list.</a:t>
            </a:r>
          </a:p>
          <a:p>
            <a:pPr marR="0" lvl="0" fontAlgn="base">
              <a:spcAft>
                <a:spcPct val="0"/>
              </a:spcAft>
              <a:tabLst/>
            </a:pPr>
            <a:r>
              <a:rPr lang="en-US" altLang="en-US" dirty="0"/>
              <a:t>Unlike pop(), del does not return the deleted element.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1B401-8B2A-64BB-73FC-FACED49C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74" y="3642093"/>
            <a:ext cx="4891398" cy="1514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280F1-4E1F-D9E0-604F-9FE1D3595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72" y="4339946"/>
            <a:ext cx="5913632" cy="151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7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7C52-9E0F-3B73-B5D8-E0DE8521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Nunito" pitchFamily="2" charset="0"/>
              </a:rPr>
              <a:t>del V/S remove() the V/S pop()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A3963-720D-EEB6-CD9E-177B7D2A3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82" y="1628800"/>
            <a:ext cx="10564161" cy="483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C180-A205-69C7-47E0-2A154E09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3952D-DDA6-1F4E-2150-75C33C468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Slicing Syntax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my_list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start:end:step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972EB-427B-28A6-E9CC-8837CEE3B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092" y="2857450"/>
            <a:ext cx="4659744" cy="179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7587-C56D-876E-FFCE-839A6E62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87D51-869E-F14E-7072-F2343C2D5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Sorts the list in ascending order by default. It can also sort in descending order.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list_name.sort</a:t>
            </a:r>
            <a:r>
              <a:rPr lang="en-US" altLang="en-US" dirty="0"/>
              <a:t>(reverse=False) </a:t>
            </a:r>
          </a:p>
          <a:p>
            <a:r>
              <a:rPr lang="en-US" altLang="en-US" dirty="0"/>
              <a:t>The sort() method modifies the list in place. </a:t>
            </a:r>
          </a:p>
          <a:p>
            <a:endParaRPr lang="en-US" alt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6282B-F697-190B-745D-9063BF73F2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dirty="0"/>
              <a:t>Use reverse=True to sort the list in descending order. </a:t>
            </a: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16BE23-A803-173E-7973-ED7E8B732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5B46CD-2EA2-7468-D6D1-5FE022751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E3C445-5966-93E8-474A-60E31898D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00" y="2780928"/>
            <a:ext cx="4536504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9942-B062-8040-1090-50E17C7C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48E4-8D5E-A2ED-4A5B-CA4437ECC4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Reverses the elements of the list in place.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list_name.reverse</a:t>
            </a:r>
            <a:r>
              <a:rPr lang="en-US" altLang="en-US" dirty="0"/>
              <a:t>() </a:t>
            </a:r>
          </a:p>
          <a:p>
            <a:r>
              <a:rPr lang="en-US" altLang="en-US" dirty="0"/>
              <a:t>The reverse() method changes the order of the elements in the list to the reverse of their current order.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9D57-9625-BC79-36FE-BA506146B4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It does not sort the list but simply reverses the order.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73C283-716B-436D-ADDE-036DC4C9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08" y="2924944"/>
            <a:ext cx="437147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4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A0BF-58C3-8C8D-44E4-B2CFF5D5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index()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3B0D9-82C6-5FB2-78F1-125327583E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Returns the index of the first occurrence of a specified value.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list_name.index</a:t>
            </a:r>
            <a:r>
              <a:rPr lang="en-US" altLang="en-US" dirty="0"/>
              <a:t>(item) </a:t>
            </a:r>
          </a:p>
          <a:p>
            <a:r>
              <a:rPr lang="en-US" altLang="en-US" dirty="0"/>
              <a:t>The index() method returns the index of the first occurrence of the specified value.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6B125-645B-77A1-CDEE-BCA946E361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value is not found, it raises a </a:t>
            </a:r>
            <a:r>
              <a:rPr lang="en-US" altLang="en-US" dirty="0" err="1">
                <a:latin typeface="Arial" panose="020B0604020202020204" pitchFamily="34" charset="0"/>
              </a:rPr>
              <a:t>ValueError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620A16-C8AE-6AC1-D521-5EBF2BF3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08" y="2708920"/>
            <a:ext cx="401143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0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ADDB-47AC-1202-20E3-D1EAAD2F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0559-D045-13D5-2255-93335ED52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Returns the number of times a specified value occurs in the list.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list_name.count</a:t>
            </a:r>
            <a:r>
              <a:rPr lang="en-US" altLang="en-US" dirty="0"/>
              <a:t>(item) </a:t>
            </a:r>
          </a:p>
          <a:p>
            <a:r>
              <a:rPr lang="en-US" altLang="en-US" dirty="0"/>
              <a:t>The count() method is useful for counting how many times a specific value appears in a list.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69009D-B35B-5687-E2BC-37987EF88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3948140"/>
            <a:ext cx="8208912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2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C6DB-24B9-D675-D509-E5972335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clear()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80155-D8AE-B476-021B-BD4CFD45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Removes all elements from the list, resulting in an empty list.</a:t>
            </a:r>
          </a:p>
          <a:p>
            <a:r>
              <a:rPr lang="en-US" altLang="en-US" dirty="0"/>
              <a:t>Syntax: </a:t>
            </a:r>
            <a:r>
              <a:rPr lang="en-US" altLang="en-US" dirty="0" err="1"/>
              <a:t>list_name.clear</a:t>
            </a:r>
            <a:r>
              <a:rPr lang="en-US" altLang="en-US" dirty="0"/>
              <a:t>() </a:t>
            </a:r>
          </a:p>
          <a:p>
            <a:r>
              <a:rPr lang="en-US" altLang="en-US" dirty="0"/>
              <a:t>The clear() method empties the list, removing all elements. </a:t>
            </a:r>
          </a:p>
          <a:p>
            <a:r>
              <a:rPr lang="en-US" dirty="0"/>
              <a:t>The list itself remains, but it becomes an empty list.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E51682-09BB-9FD8-039A-9037BBC4C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EF0953-F326-0BCF-FFF4-02E020F33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28" y="4437112"/>
            <a:ext cx="5256584" cy="10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6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4616-C7B3-D5B6-02A5-E361DFF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6D037-67A2-B558-D3CB-5F14C0CBF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list can contain other lists as its elements.</a:t>
            </a:r>
          </a:p>
          <a:p>
            <a:r>
              <a:rPr lang="en-US" dirty="0"/>
              <a:t>Nested lists are useful for representing complex structures like matrices.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13CBF-E7E2-FF90-0D9D-400F4AA0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3460118"/>
            <a:ext cx="7200800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1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73</TotalTime>
  <Words>816</Words>
  <Application>Microsoft Office PowerPoint</Application>
  <PresentationFormat>Custom</PresentationFormat>
  <Paragraphs>101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Calibri</vt:lpstr>
      <vt:lpstr>Nunito</vt:lpstr>
      <vt:lpstr>Tech 16x9</vt:lpstr>
      <vt:lpstr>Introduction to Data Structures</vt:lpstr>
      <vt:lpstr>What are Data Structures?</vt:lpstr>
      <vt:lpstr>Why are Data Structures Important?</vt:lpstr>
      <vt:lpstr>Python's Built-in Data Structures</vt:lpstr>
      <vt:lpstr>Introduction to Lists in Python</vt:lpstr>
      <vt:lpstr>What is a List in Python?</vt:lpstr>
      <vt:lpstr>Creating a List</vt:lpstr>
      <vt:lpstr>Accessing List Items</vt:lpstr>
      <vt:lpstr>Adding Elements to a List</vt:lpstr>
      <vt:lpstr>Adding Elements to a List</vt:lpstr>
      <vt:lpstr>Removing Items from a List  </vt:lpstr>
      <vt:lpstr>Removing Items from a List</vt:lpstr>
      <vt:lpstr>Removing Items from a List</vt:lpstr>
      <vt:lpstr>del V/S remove() the V/S pop() </vt:lpstr>
      <vt:lpstr>List Slicing</vt:lpstr>
      <vt:lpstr>sort() Method</vt:lpstr>
      <vt:lpstr>reverse() Method</vt:lpstr>
      <vt:lpstr>index() Method</vt:lpstr>
      <vt:lpstr>count() Method</vt:lpstr>
      <vt:lpstr>clear() Method</vt:lpstr>
      <vt:lpstr>Nested Lists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2</cp:revision>
  <dcterms:created xsi:type="dcterms:W3CDTF">2024-09-04T08:10:25Z</dcterms:created>
  <dcterms:modified xsi:type="dcterms:W3CDTF">2024-09-07T15:38:02Z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